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060506df6c448b" /><Relationship Type="http://schemas.openxmlformats.org/officeDocument/2006/relationships/extended-properties" Target="/docProps/app.xml" Id="R4b8b4cdf16734537" /><Relationship Type="http://schemas.openxmlformats.org/officeDocument/2006/relationships/officeDocument" Target="/ppt/presentation.xml" Id="R30438701f8da43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1454a7832c4af9"/>
  </p:sldMasterIdLst>
  <p:notesMasterIdLst>
    <p:notesMasterId xmlns:r="http://schemas.openxmlformats.org/officeDocument/2006/relationships" r:id="R81a444d9dffd4b36"/>
  </p:notesMasterIdLst>
  <p:sldIdLst>
    <p:sldId xmlns:r="http://schemas.openxmlformats.org/officeDocument/2006/relationships" id="256" r:id="R2d9eb2baa2774957"/>
    <p:sldId xmlns:r="http://schemas.openxmlformats.org/officeDocument/2006/relationships" id="257" r:id="Re4f36c4cabdb46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7f9f97cb02459b" /><Relationship Type="http://schemas.openxmlformats.org/officeDocument/2006/relationships/slideMaster" Target="/ppt/slideMasters/slideMaster1.xml" Id="R611454a7832c4af9" /><Relationship Type="http://schemas.openxmlformats.org/officeDocument/2006/relationships/notesMaster" Target="/ppt/notesMasters/notesMaster1.xml" Id="R81a444d9dffd4b36" /><Relationship Type="http://schemas.openxmlformats.org/officeDocument/2006/relationships/presProps" Target="/ppt/presProps.xml" Id="R51c20a231b104228" /><Relationship Type="http://schemas.openxmlformats.org/officeDocument/2006/relationships/tableStyles" Target="/ppt/tableStyles.xml" Id="Rcf423f9509c0490d" /><Relationship Type="http://schemas.openxmlformats.org/officeDocument/2006/relationships/slide" Target="/ppt/slides/slide1.xml" Id="R2d9eb2baa2774957" /><Relationship Type="http://schemas.openxmlformats.org/officeDocument/2006/relationships/slide" Target="/ppt/slides/slide2.xml" Id="Re4f36c4cabdb46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2ba14e654d42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1b800160bd4362" /><Relationship Type="http://schemas.openxmlformats.org/officeDocument/2006/relationships/notesMaster" Target="/ppt/notesMasters/notesMaster1.xml" Id="Rd2fb5aed69d54d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8c59df9ccd4f05" /><Relationship Type="http://schemas.openxmlformats.org/officeDocument/2006/relationships/notesMaster" Target="/ppt/notesMasters/notesMaster1.xml" Id="R0b73d80e28384e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6fc3ca79bb49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672f1e9a7e4f95" /><Relationship Type="http://schemas.openxmlformats.org/officeDocument/2006/relationships/slideLayout" Target="/ppt/slideLayouts/slideLayout1.xml" Id="R966c40e36f7347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6c40e36f7347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165cbfe324e85" /><Relationship Type="http://schemas.openxmlformats.org/officeDocument/2006/relationships/notesSlide" Target="/ppt/notesSlides/notesSlide1.xml" Id="R0dbd4b4eace042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f29c761bf40ce" /><Relationship Type="http://schemas.openxmlformats.org/officeDocument/2006/relationships/notesSlide" Target="/ppt/notesSlides/notesSlide2.xml" Id="R3fe4556d30ce45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EED4C1-2A93-4EBC-B433-FEECA4D4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9D6C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9D6C8"/>
                </a:solidFill>
                <a:latin typeface="DejaVu Sans"/>
                <a:ea typeface="DejaVu Sans"/>
                <a:cs typeface="DejaVu Sans"/>
              </a:rPr>
              <a:t>svc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46F34-B6C6-4654-8050-A085CD20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EAF2F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EAF2F7"/>
                </a:solidFill>
                <a:latin typeface="DejaVu Sans"/>
                <a:ea typeface="DejaVu Sans"/>
                <a:cs typeface="DejaVu Sans"/>
              </a:rPr>
              <a:t>Version control should store intent before reviewers have to infer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EA754-0156-4082-A959-AA77BBF8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1A4B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1A4B2"/>
                </a:solidFill>
                <a:latin typeface="DejaVu Sans"/>
                <a:ea typeface="DejaVu Sans"/>
                <a:cs typeface="DejaVu Sans"/>
              </a:rPr>
              <a:t>Git accepts a clean merge that silently redirects a reference. svc records the rename, preserves the binding, and raises the semantic conflict.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5AD03-DCB0-4777-9C6D-798D3FF6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4762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02534"/>
          </a:solidFill>
          <a:ln xmlns:a="http://schemas.openxmlformats.org/drawingml/2006/main" w="19050">
            <a:solidFill>
              <a:srgbClr val="31506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5DBDC-5095-467D-9B0A-F0B3F42D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33875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1A4B2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91A4B2"/>
                </a:solidFill>
                <a:latin typeface="DejaVu Sans"/>
                <a:ea typeface="DejaVu Sans"/>
                <a:cs typeface="DejaVu Sans"/>
              </a:rPr>
              <a:t>git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0562EE-9921-47D3-B5FD-F9DB85C0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95825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889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B454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FB454"/>
                </a:solidFill>
                <a:latin typeface="DejaVu Sans"/>
                <a:ea typeface="DejaVu Sans"/>
                <a:cs typeface="DejaVu Sans"/>
              </a:rPr>
              <a:t>clean merge</a:t>
            </a:r>
          </a:p>
          <a:p xmlns:a="http://schemas.openxmlformats.org/drawingml/2006/main">
            <a:pPr algn="l">
              <a:defRPr sz="2250" b="1">
                <a:solidFill>
                  <a:srgbClr val="FFB454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FB454"/>
                </a:solidFill>
                <a:latin typeface="DejaVu Sans"/>
                <a:ea typeface="DejaVu Sans"/>
                <a:cs typeface="DejaVu Sans"/>
              </a:rPr>
              <a:t>wrong binding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E96094-F773-4DE9-8CFE-790A46D1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71950"/>
            <a:ext cx="56007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B302F"/>
          </a:solidFill>
          <a:ln xmlns:a="http://schemas.openxmlformats.org/drawingml/2006/main" w="19050">
            <a:solidFill>
              <a:srgbClr val="49D6C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060F09-9A14-4381-8F34-0BAC6DB2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33875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9D6C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49D6C8"/>
                </a:solidFill>
                <a:latin typeface="DejaVu Sans"/>
                <a:ea typeface="DejaVu Sans"/>
                <a:cs typeface="DejaVu Sans"/>
              </a:rPr>
              <a:t>svc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C48632-06E4-4C8F-9848-AA4601A4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95825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889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AF2F7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EAF2F7"/>
                </a:solidFill>
                <a:latin typeface="DejaVu Sans"/>
                <a:ea typeface="DejaVu Sans"/>
                <a:cs typeface="DejaVu Sans"/>
              </a:rPr>
              <a:t>binding conflict</a:t>
            </a:r>
          </a:p>
          <a:p xmlns:a="http://schemas.openxmlformats.org/drawingml/2006/main">
            <a:pPr algn="l">
              <a:defRPr sz="2250" b="1">
                <a:solidFill>
                  <a:srgbClr val="EAF2F7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EAF2F7"/>
                </a:solidFill>
                <a:latin typeface="DejaVu Sans"/>
                <a:ea typeface="DejaVu Sans"/>
                <a:cs typeface="DejaVu Sans"/>
              </a:rPr>
              <a:t>review required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EDB06C-F55E-4134-A96B-29667A47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1A4B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91A4B2"/>
                </a:solidFill>
                <a:latin typeface="DejaVu Sans"/>
                <a:ea typeface="DejaVu Sans"/>
                <a:cs typeface="DejaVu Sans"/>
              </a:rPr>
              <a:t>Compiler-grade version control</a:t>
            </a:r>
          </a:p>
        </p:txBody>
      </p:sp>
    </p:spTree>
    <p:extLst>
      <p:ext uri="{BB962C8B-B14F-4D97-AF65-F5344CB8AC3E}">
        <p14:creationId xmlns:p14="http://schemas.microsoft.com/office/powerpoint/2010/main" val="9884049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4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8D70AD-8BA4-40EC-9902-EF36D807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AF2F7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EAF2F7"/>
                </a:solidFill>
                <a:latin typeface="DejaVu Sans"/>
                <a:ea typeface="DejaVu Sans"/>
                <a:cs typeface="DejaVu Sans"/>
              </a:rPr>
              <a:t>The semantic store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73E14-289F-437F-B7C8-5F5AD019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7632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1A4B2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91A4B2"/>
                </a:solidFill>
                <a:latin typeface="DejaVu Sans"/>
                <a:ea typeface="DejaVu Sans"/>
                <a:cs typeface="DejaVu Sans"/>
              </a:rPr>
              <a:t>Operations remain meaningful after the text moves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DB0DBA-6C85-441D-9BC0-BE41442B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381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5384A"/>
          </a:solidFill>
          <a:ln xmlns:a="http://schemas.openxmlformats.org/drawingml/2006/main" w="19050">
            <a:solidFill>
              <a:srgbClr val="49D6C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AA1319-FF30-4881-B782-65CC3795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050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9D6C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49D6C8"/>
                </a:solidFill>
                <a:latin typeface="DejaVu Sans"/>
                <a:ea typeface="DejaVu Sans"/>
                <a:cs typeface="DejaVu Sans"/>
              </a:rPr>
              <a:t>typed operation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8D89D6-AC75-434D-8F15-F9637BCD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24175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AF2F7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AF2F7"/>
                </a:solidFill>
                <a:latin typeface="DejaVu Sans"/>
                <a:ea typeface="DejaVu Sans"/>
                <a:cs typeface="DejaVu Sans"/>
              </a:rPr>
              <a:t>rename read to read_file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42D87-050D-4378-B9ED-17B10D33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857500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1A4B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91A4B2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5103C0-9BCF-4703-B852-D06875BC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33625"/>
            <a:ext cx="2381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73D43"/>
          </a:solidFill>
          <a:ln xmlns:a="http://schemas.openxmlformats.org/drawingml/2006/main" w="19050">
            <a:solidFill>
              <a:srgbClr val="49D6C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1A645C-2D90-40A6-BEF2-40B952EB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050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9D6C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49D6C8"/>
                </a:solidFill>
                <a:latin typeface="DejaVu Sans"/>
                <a:ea typeface="DejaVu Sans"/>
                <a:cs typeface="DejaVu Sans"/>
              </a:rPr>
              <a:t>snapshot graph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8CB46B-B7AF-419E-83D8-FD567BA7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24175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316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AF2F7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AF2F7"/>
                </a:solidFill>
                <a:latin typeface="DejaVu Sans"/>
                <a:ea typeface="DejaVu Sans"/>
                <a:cs typeface="DejaVu Sans"/>
              </a:rPr>
              <a:t>parents and stable identities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F54CDD-A938-417E-999B-C3C190C7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857500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1A4B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91A4B2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4FADCF-A842-45AB-BBD2-0DC1F89A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33625"/>
            <a:ext cx="2381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204533"/>
          </a:solidFill>
          <a:ln xmlns:a="http://schemas.openxmlformats.org/drawingml/2006/main" w="19050">
            <a:solidFill>
              <a:srgbClr val="49D6C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17676E-FCC0-48B7-B9A2-44F3C99A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050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9D6C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49D6C8"/>
                </a:solidFill>
                <a:latin typeface="DejaVu Sans"/>
                <a:ea typeface="DejaVu Sans"/>
                <a:cs typeface="DejaVu Sans"/>
              </a:rPr>
              <a:t>entity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21DCE0-6256-4725-BFF1-78A7686D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24175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AF2F7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AF2F7"/>
                </a:solidFill>
                <a:latin typeface="DejaVu Sans"/>
                <a:ea typeface="DejaVu Sans"/>
                <a:cs typeface="DejaVu Sans"/>
              </a:rPr>
              <a:t>definition and binding slots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127C6B-6758-4868-AFC6-A0238DB7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857500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1A4B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91A4B2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201156-8660-4B00-9F98-1D052AC0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33625"/>
            <a:ext cx="2381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4A3622"/>
          </a:solidFill>
          <a:ln xmlns:a="http://schemas.openxmlformats.org/drawingml/2006/main" w="19050">
            <a:solidFill>
              <a:srgbClr val="FFB45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1F8352-8C0F-41B1-8C30-FAEB4D81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050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454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B454"/>
                </a:solidFill>
                <a:latin typeface="DejaVu Sans"/>
                <a:ea typeface="DejaVu Sans"/>
                <a:cs typeface="DejaVu Sans"/>
              </a:rPr>
              <a:t>content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8ADFC0-84CE-4521-B105-98352C4A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24175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AF2F7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EAF2F7"/>
                </a:solidFill>
                <a:latin typeface="DejaVu Sans"/>
                <a:ea typeface="DejaVu Sans"/>
                <a:cs typeface="DejaVu Sans"/>
              </a:rPr>
              <a:t>bytes rendered last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CBB293-51ED-403D-9EE1-F5FC19A1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9D6C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49D6C8"/>
                </a:solidFill>
                <a:latin typeface="DejaVu Sans"/>
                <a:ea typeface="DejaVu Sans"/>
                <a:cs typeface="DejaVu Sans"/>
              </a:rPr>
              <a:t>Verified automatically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C1CC35-471F-4FFA-B3D8-0928FA2C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AF2F7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EAF2F7"/>
                </a:solidFill>
                <a:latin typeface="DejaVu Sans"/>
                <a:ea typeface="DejaVu Sans"/>
                <a:cs typeface="DejaVu Sans"/>
              </a:rPr>
              <a:t>round-trip · alpha equivalence · rename · merge · replay · compiler oracle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2AEC8F-72AE-48D6-B63E-FCF36DA5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454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B454"/>
                </a:solidFill>
                <a:latin typeface="DejaVu Sans"/>
                <a:ea typeface="DejaVu Sans"/>
                <a:cs typeface="DejaVu Sans"/>
              </a:rPr>
              <a:t>Review residue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1351EA-A6B5-497B-B0DB-1325CB29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197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4B2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91A4B2"/>
                </a:solidFill>
                <a:latin typeface="DejaVu Sans"/>
                <a:ea typeface="DejaVu Sans"/>
                <a:cs typeface="DejaVu Sans"/>
              </a:rPr>
              <a:t>No types yet. Method, field, and trait resolution stay out of scope.</a:t>
            </a:r>
          </a:p>
        </p:txBody>
      </p:sp>
    </p:spTree>
    <p:extLst>
      <p:ext uri="{BB962C8B-B14F-4D97-AF65-F5344CB8AC3E}">
        <p14:creationId xmlns:p14="http://schemas.microsoft.com/office/powerpoint/2010/main" val="7259891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2026-09-19T18:52:44.9580000Z</dcterms:created>
  <dcterms:modified xsi:type="dcterms:W3CDTF">2026-09-19T18:52:44.9590000Z</dcterms:modified>
</coreProperties>
</file>